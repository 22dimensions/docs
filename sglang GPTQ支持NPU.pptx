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0" r:id="rId8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14:cpLocks xmlns:a14="http://schemas.microsoft.com/office/drawing/2010/main"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14:cpLocks xmlns:a14="http://schemas.microsoft.com/office/drawing/2010/main"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14:cpLocks xmlns:a14="http://schemas.microsoft.com/office/drawing/2010/main"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14:cpLocks xmlns:a14="http://schemas.microsoft.com/office/drawing/2010/main"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14:cpLocks xmlns:a14="http://schemas.microsoft.com/office/drawing/2010/main"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14:cpLocks xmlns:a14="http://schemas.microsoft.com/office/drawing/2010/main"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14:cpLocks xmlns:a14="http://schemas.microsoft.com/office/drawing/2010/main"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14:cpLocks xmlns:a14="http://schemas.microsoft.com/office/drawing/2010/main"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14:cpLocks xmlns:a14="http://schemas.microsoft.com/office/drawing/2010/main"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14:cpLocks xmlns:a14="http://schemas.microsoft.com/office/drawing/2010/main"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14:cpLocks xmlns:a14="http://schemas.microsoft.com/office/drawing/2010/main"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14:cpLocks xmlns:a14="http://schemas.microsoft.com/office/drawing/2010/main"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14:cpLocks xmlns:a14="http://schemas.microsoft.com/office/drawing/2010/main"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14:cpLocks xmlns:a14="http://schemas.microsoft.com/office/drawing/2010/main"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14:cpLocks xmlns:a14="http://schemas.microsoft.com/office/drawing/2010/main"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14:cpLocks xmlns:a14="http://schemas.microsoft.com/office/drawing/2010/main"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14:cpLocks xmlns:a14="http://schemas.microsoft.com/office/drawing/2010/main"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14:cpLocks xmlns:a14="http://schemas.microsoft.com/office/drawing/2010/main"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14:cpLocks xmlns:a14="http://schemas.microsoft.com/office/drawing/2010/main"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14:cpLocks xmlns:a14="http://schemas.microsoft.com/office/drawing/2010/main"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14:cpLocks xmlns:a14="http://schemas.microsoft.com/office/drawing/2010/main"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14:cpLocks xmlns:a14="http://schemas.microsoft.com/office/drawing/2010/main"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charset="2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6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14:cpLocks xmlns:a14="http://schemas.microsoft.com/office/drawing/2010/main"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sglang GPTQ</a:t>
            </a:r>
            <a:r>
              <a:rPr lang="zh-CN" altLang="en-US"/>
              <a:t>支持</a:t>
            </a:r>
            <a:r>
              <a:rPr lang="en-US" altLang="zh-CN"/>
              <a:t>NPU </a:t>
            </a:r>
            <a:endParaRPr lang="en-US" altLang="zh-CN"/>
          </a:p>
        </p:txBody>
      </p:sp>
      <p:sp>
        <p:nvSpPr>
          <p:cNvPr id="3" name="副标题 2"/>
          <p:cNvSpPr>
            <a14:cpLocks xmlns:a14="http://schemas.microsoft.com/office/drawing/2010/main"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参与开源</a:t>
            </a:r>
            <a:r>
              <a:rPr lang="en-US" altLang="zh-CN"/>
              <a:t> - </a:t>
            </a:r>
            <a:r>
              <a:rPr lang="zh-CN" altLang="en-US"/>
              <a:t>秦政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模型介绍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以</a:t>
            </a:r>
            <a:r>
              <a:rPr lang="en-US" altLang="zh-CN"/>
              <a:t> qwen3 </a:t>
            </a:r>
            <a:r>
              <a:rPr lang="zh-CN" altLang="en-US"/>
              <a:t>为例</a:t>
            </a:r>
            <a:r>
              <a:rPr lang="en-US" altLang="zh-CN"/>
              <a:t> https://www.modelscope.cn/models/Qwen/Qwen3-0.6B-GPTQ-Int8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011680"/>
            <a:ext cx="4081780" cy="4902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312795"/>
            <a:ext cx="5816600" cy="1473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29300" y="28003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权重</a:t>
            </a:r>
            <a:r>
              <a:rPr lang="en-US" altLang="zh-CN"/>
              <a:t> qweight qzeros scales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unpack</a:t>
            </a:r>
            <a:r>
              <a:rPr lang="zh-CN" altLang="en-US"/>
              <a:t>数据</a:t>
            </a:r>
            <a:endParaRPr lang="zh-CN" altLang="en-US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原始数据为</a:t>
            </a:r>
            <a:r>
              <a:rPr lang="en-US" altLang="zh-CN"/>
              <a:t>int32</a:t>
            </a:r>
            <a:r>
              <a:rPr lang="zh-CN" altLang="en-US"/>
              <a:t>补码形式存储</a:t>
            </a:r>
            <a:r>
              <a:rPr lang="en-US" altLang="zh-CN"/>
              <a:t> </a:t>
            </a:r>
            <a:r>
              <a:rPr lang="zh-CN" altLang="en-US"/>
              <a:t>需要对数据进行转换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对于</a:t>
            </a:r>
            <a:r>
              <a:rPr lang="en-US" altLang="zh-CN"/>
              <a:t>int4 </a:t>
            </a:r>
            <a:r>
              <a:rPr lang="zh-CN" altLang="en-US"/>
              <a:t>数据可以用</a:t>
            </a:r>
            <a:r>
              <a:rPr lang="en-US" altLang="zh-CN"/>
              <a:t> int32</a:t>
            </a:r>
            <a:r>
              <a:rPr lang="zh-CN" altLang="en-US"/>
              <a:t>存储</a:t>
            </a:r>
            <a:r>
              <a:rPr lang="en-US" altLang="zh-CN"/>
              <a:t> 8xint4</a:t>
            </a:r>
            <a:r>
              <a:rPr lang="zh-CN" altLang="en-US"/>
              <a:t>的数据</a:t>
            </a:r>
            <a:r>
              <a:rPr lang="en-US" altLang="zh-CN"/>
              <a:t> </a:t>
            </a:r>
            <a:r>
              <a:rPr lang="zh-CN" altLang="en-US"/>
              <a:t>节省空间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- torch_npu.npu_convert_weight_to_int4pack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forward</a:t>
            </a:r>
            <a:r>
              <a:rPr lang="zh-CN" altLang="en-US"/>
              <a:t>计算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3575" y="1313815"/>
            <a:ext cx="4044950" cy="14668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8330" y="318452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https://www.hiascend.com/document/detail/zh/Pytorch/720/apiref/torchnpuCustomsapi/context/torch_npu-npu_weight_quant_batchmatmul.md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精度调试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6115" y="1915160"/>
            <a:ext cx="6365875" cy="19958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6115" y="1430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初始情况：结果全为！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2800" y="4128770"/>
            <a:ext cx="1099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定位手段：对</a:t>
            </a:r>
            <a:r>
              <a:rPr lang="en-US" altLang="zh-CN"/>
              <a:t>unpack_from_int32</a:t>
            </a:r>
            <a:r>
              <a:rPr lang="zh-CN" altLang="en-US"/>
              <a:t>单独测试、结果</a:t>
            </a:r>
            <a:r>
              <a:rPr lang="en-US" altLang="zh-CN"/>
              <a:t>ok</a:t>
            </a:r>
            <a:r>
              <a:rPr lang="zh-CN" altLang="en-US"/>
              <a:t>，先假设算子没问题，打印</a:t>
            </a:r>
            <a:r>
              <a:rPr lang="en-US" altLang="zh-CN"/>
              <a:t> qzeros</a:t>
            </a:r>
            <a:r>
              <a:rPr lang="zh-CN" altLang="en-US"/>
              <a:t>的值看是否符合预期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4596130"/>
            <a:ext cx="8248650" cy="7683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30" y="5692775"/>
            <a:ext cx="7324090" cy="129476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14:cpLocks xmlns:a14="http://schemas.microsoft.com/office/drawing/2010/main"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GPTQv1 </a:t>
            </a:r>
            <a:r>
              <a:rPr lang="zh-CN" altLang="en-US"/>
              <a:t>和</a:t>
            </a:r>
            <a:r>
              <a:rPr lang="en-US" altLang="zh-CN"/>
              <a:t> v2 format</a:t>
            </a:r>
            <a:endParaRPr lang="en-US" altLang="zh-CN"/>
          </a:p>
        </p:txBody>
      </p:sp>
      <p:sp>
        <p:nvSpPr>
          <p:cNvPr id="3" name="内容占位符 2"/>
          <p:cNvSpPr>
            <a14:cpLocks xmlns:a14="http://schemas.microsoft.com/office/drawing/2010/main"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# GPTQ v1 and v2 format deals with zero points differently.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# The only difference between GPTQv1 and GPTQv2 format, is how they stores the zero points. Specifically, GPTQv1 format subtracts 1 from zero points, and GPTQv2 format does not.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zh-CN" altLang="en-US" b="1"/>
              <a:t>对称量化</a:t>
            </a:r>
            <a:r>
              <a:rPr lang="zh-CN" altLang="en-US"/>
              <a:t>情况下：</a:t>
            </a:r>
            <a:r>
              <a:rPr lang="en-US" altLang="zh-CN"/>
              <a:t>GPTQv1 </a:t>
            </a:r>
            <a:r>
              <a:rPr lang="zh-CN" altLang="en-US"/>
              <a:t>是</a:t>
            </a:r>
            <a:r>
              <a:rPr lang="en-US" altLang="zh-CN"/>
              <a:t> -1 GPTQv2 </a:t>
            </a:r>
            <a:r>
              <a:rPr lang="zh-CN" altLang="en-US"/>
              <a:t>是</a:t>
            </a:r>
            <a:r>
              <a:rPr lang="en-US" altLang="zh-CN"/>
              <a:t> 0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宽屏</PresentationFormat>
  <Paragraphs>36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WPS</vt:lpstr>
      <vt:lpstr>sglang GPTQ支持NPU </vt:lpstr>
      <vt:lpstr>模型介绍</vt:lpstr>
      <vt:lpstr>unpack数据</vt:lpstr>
      <vt:lpstr>forward计算</vt:lpstr>
      <vt:lpstr>精度调试</vt:lpstr>
      <vt:lpstr>GPTQv1 和 v2 format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iPhone</cp:lastModifiedBy>
  <cp:revision>157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2052-12.40.0</vt:lpwstr>
  </property>
  <property fmtid="{D5CDD505-2E9C-101B-9397-08002B2CF9AE}" pid="3" name="ICV">
    <vt:lpwstr>164E57C5FE691E36337B79691E4A1AD4_33</vt:lpwstr>
  </property>
</Properties>
</file>